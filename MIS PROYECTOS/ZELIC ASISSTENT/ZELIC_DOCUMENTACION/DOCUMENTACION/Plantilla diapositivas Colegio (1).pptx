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60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141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595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859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7233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315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798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3256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682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557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23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5812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285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23208-5629-422E-8588-20D228C9C34D}" type="datetimeFigureOut">
              <a:rPr lang="es-CO" smtClean="0"/>
              <a:t>12/06/2018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299AF-AF56-4394-84F6-198918802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18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3C8CD-DEB8-4283-AF3D-AD9125658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600200"/>
            <a:ext cx="7772400" cy="2387600"/>
          </a:xfrm>
          <a:noFill/>
        </p:spPr>
        <p:txBody>
          <a:bodyPr/>
          <a:lstStyle/>
          <a:p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2BBECD-F58B-450B-BF07-54CE48182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173538"/>
            <a:ext cx="6858000" cy="1655762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128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9C424-664B-4E12-8DC7-920730C4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85899"/>
            <a:ext cx="7886700" cy="1028701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39D4D7-57B9-472E-A03B-621C5A77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705099"/>
            <a:ext cx="7886700" cy="3471863"/>
          </a:xfrm>
        </p:spPr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99581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9C424-664B-4E12-8DC7-920730C4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85899"/>
            <a:ext cx="7886700" cy="1028701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39D4D7-57B9-472E-A03B-621C5A77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705099"/>
            <a:ext cx="7886700" cy="3471863"/>
          </a:xfrm>
        </p:spPr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0432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9C424-664B-4E12-8DC7-920730C4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85899"/>
            <a:ext cx="7886700" cy="1028701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39D4D7-57B9-472E-A03B-621C5A77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705099"/>
            <a:ext cx="7886700" cy="3471863"/>
          </a:xfrm>
        </p:spPr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722105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Office PowerPoint</Application>
  <PresentationFormat>Presentación en pantalla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lozano</dc:creator>
  <cp:lastModifiedBy>paula lozano</cp:lastModifiedBy>
  <cp:revision>1</cp:revision>
  <dcterms:created xsi:type="dcterms:W3CDTF">2018-06-13T00:08:52Z</dcterms:created>
  <dcterms:modified xsi:type="dcterms:W3CDTF">2018-06-13T00:13:08Z</dcterms:modified>
</cp:coreProperties>
</file>