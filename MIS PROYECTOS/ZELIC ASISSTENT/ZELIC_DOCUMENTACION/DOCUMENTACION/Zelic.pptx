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0WtLNKveteR3pve2tKeTUunso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a66948c7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9a66948c7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a66948c7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9a66948c7e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a66948c7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9a66948c7e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a66948c7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9a66948c7e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a66948c7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9a66948c7e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a66948c7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9a66948c7e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a66948c7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9a66948c7e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a66948c7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9a66948c7e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a66948c7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9a66948c7e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66948c7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a66948c7e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02100"/>
            <a:ext cx="77724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O" sz="3822"/>
              <a:t>Desarrollo de un agente de inteligencia artificial para apoyo académico y organización personal</a:t>
            </a:r>
            <a:r>
              <a:rPr lang="es-CO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628650" y="1485899"/>
            <a:ext cx="7886700" cy="1028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O"/>
              <a:t>Integrantes: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524550" y="2705100"/>
            <a:ext cx="8094900" cy="28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O"/>
              <a:t>DÍAZ GARCÍA CARLOS SANTIAGO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O"/>
              <a:t>RAMÍREZ CHAPARRO JUAN DAVID CALDERÓN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O"/>
              <a:t>RODRÍGUEZ THOMAS ALEXANDER RAMÍREZ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O"/>
              <a:t>MURCIA MARÍA FERNANDA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O"/>
              <a:t>OSORIO SEGURA ALISON TATIANA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idx="1" type="body"/>
          </p:nvPr>
        </p:nvSpPr>
        <p:spPr>
          <a:xfrm>
            <a:off x="628650" y="1650099"/>
            <a:ext cx="7886700" cy="4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08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Docente NELSON RAMÍREZ </a:t>
            </a:r>
            <a:endParaRPr/>
          </a:p>
          <a:p>
            <a:pPr indent="-508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Anteproyecto presentado como uno de los requisitos para optar por el título de técnico en desarrollo de software de la IETF </a:t>
            </a:r>
            <a:endParaRPr/>
          </a:p>
          <a:p>
            <a:pPr indent="-508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ASIGNATURA MULTIMEDIA </a:t>
            </a:r>
            <a:endParaRPr/>
          </a:p>
          <a:p>
            <a:pPr indent="-508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INSTITUCION EDUCATIVA TECNICA FRANCISCO MANZANERA HENRIQUEZ </a:t>
            </a:r>
            <a:endParaRPr/>
          </a:p>
          <a:p>
            <a:pPr indent="-508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GIRARDOT (FEBRERO) DE 2026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549825" y="1485899"/>
            <a:ext cx="7886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O"/>
              <a:t>Introducción</a:t>
            </a:r>
            <a:endParaRPr/>
          </a:p>
        </p:txBody>
      </p:sp>
      <p:sp>
        <p:nvSpPr>
          <p:cNvPr id="101" name="Google Shape;101;p4"/>
          <p:cNvSpPr txBox="1"/>
          <p:nvPr>
            <p:ph idx="1" type="body"/>
          </p:nvPr>
        </p:nvSpPr>
        <p:spPr>
          <a:xfrm>
            <a:off x="313350" y="2514599"/>
            <a:ext cx="7886700" cy="3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s-CO"/>
              <a:t>La tecnología, especialmente la inteligencia artificial, ha transformado la forma en que las personas estudian y se organizan.</a:t>
            </a:r>
            <a:endParaRPr/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Zelic surge como un agente de IA capaz de brindar apoyo académico y organización personal mediante interacción inteligente y personalizada.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a66948c7e_0_8"/>
          <p:cNvSpPr txBox="1"/>
          <p:nvPr>
            <p:ph type="title"/>
          </p:nvPr>
        </p:nvSpPr>
        <p:spPr>
          <a:xfrm>
            <a:off x="423700" y="1328249"/>
            <a:ext cx="7886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O"/>
              <a:t>Descripción del problema</a:t>
            </a:r>
            <a:endParaRPr/>
          </a:p>
        </p:txBody>
      </p:sp>
      <p:sp>
        <p:nvSpPr>
          <p:cNvPr id="107" name="Google Shape;107;g39a66948c7e_0_8"/>
          <p:cNvSpPr txBox="1"/>
          <p:nvPr>
            <p:ph idx="1" type="body"/>
          </p:nvPr>
        </p:nvSpPr>
        <p:spPr>
          <a:xfrm>
            <a:off x="329107" y="2356950"/>
            <a:ext cx="10449300" cy="43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-CO"/>
              <a:t>Muchos estudiantes tienen dificultades para: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39286"/>
              <a:buChar char="●"/>
            </a:pPr>
            <a:r>
              <a:rPr lang="es-CO"/>
              <a:t>Organizar sus actividades académicas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9286"/>
              <a:buChar char="●"/>
            </a:pPr>
            <a:r>
              <a:rPr lang="es-CO"/>
              <a:t>Resolver dudas fuera del aula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9286"/>
              <a:buChar char="●"/>
            </a:pPr>
            <a:r>
              <a:rPr lang="es-CO"/>
              <a:t>Participar por timidez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-CO"/>
              <a:t>Además: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39286"/>
              <a:buChar char="●"/>
            </a:pPr>
            <a:r>
              <a:rPr lang="es-CO"/>
              <a:t>Las herramientas actuales están separadas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9286"/>
              <a:buChar char="●"/>
            </a:pPr>
            <a:r>
              <a:rPr lang="es-CO"/>
              <a:t>No ofrecen acompañamiento constante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9286"/>
              <a:buChar char="●"/>
            </a:pPr>
            <a:r>
              <a:rPr lang="es-CO"/>
              <a:t>No se adaptan al estudiante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-CO"/>
              <a:t>Esto afecta el rendimiento y la productividad.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a66948c7e_0_19"/>
          <p:cNvSpPr txBox="1"/>
          <p:nvPr>
            <p:ph type="title"/>
          </p:nvPr>
        </p:nvSpPr>
        <p:spPr>
          <a:xfrm>
            <a:off x="423700" y="1328249"/>
            <a:ext cx="7886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O"/>
              <a:t>Formulación del problema </a:t>
            </a:r>
            <a:endParaRPr/>
          </a:p>
        </p:txBody>
      </p:sp>
      <p:sp>
        <p:nvSpPr>
          <p:cNvPr id="113" name="Google Shape;113;g39a66948c7e_0_19"/>
          <p:cNvSpPr txBox="1"/>
          <p:nvPr>
            <p:ph idx="1" type="body"/>
          </p:nvPr>
        </p:nvSpPr>
        <p:spPr>
          <a:xfrm>
            <a:off x="260250" y="2661875"/>
            <a:ext cx="8623500" cy="3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¿Cómo desarrollar un agente de inteligencia artificial que apoye a estudiantes de educación media en la organización de sus actividades y en la resolución de dudas, brindando un acompañamiento académico y personal dentro del entorno educativo?.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a66948c7e_0_31"/>
          <p:cNvSpPr txBox="1"/>
          <p:nvPr>
            <p:ph type="title"/>
          </p:nvPr>
        </p:nvSpPr>
        <p:spPr>
          <a:xfrm>
            <a:off x="423700" y="1202125"/>
            <a:ext cx="7886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O"/>
              <a:t>Justificación</a:t>
            </a:r>
            <a:endParaRPr/>
          </a:p>
        </p:txBody>
      </p:sp>
      <p:sp>
        <p:nvSpPr>
          <p:cNvPr id="119" name="Google Shape;119;g39a66948c7e_0_31"/>
          <p:cNvSpPr txBox="1"/>
          <p:nvPr>
            <p:ph idx="1" type="body"/>
          </p:nvPr>
        </p:nvSpPr>
        <p:spPr>
          <a:xfrm>
            <a:off x="244475" y="2230825"/>
            <a:ext cx="10060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-CO"/>
              <a:t>Zelic es importante porque: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39286"/>
              <a:buChar char="●"/>
            </a:pPr>
            <a:r>
              <a:rPr lang="es-CO"/>
              <a:t>Propone una solución integral en una sola herramienta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9286"/>
              <a:buChar char="●"/>
            </a:pPr>
            <a:r>
              <a:rPr lang="es-CO"/>
              <a:t>Ofrece acompañamiento personalizado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9286"/>
              <a:buChar char="●"/>
            </a:pPr>
            <a:r>
              <a:rPr lang="es-CO"/>
              <a:t>Mejora la organización y el aprendizaje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-CO"/>
              <a:t>Beneficios: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39286"/>
              <a:buChar char="●"/>
            </a:pPr>
            <a:r>
              <a:rPr lang="es-CO"/>
              <a:t>Mayor productividad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9286"/>
              <a:buChar char="●"/>
            </a:pPr>
            <a:r>
              <a:rPr lang="es-CO"/>
              <a:t>Apoyo constante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9286"/>
              <a:buChar char="●"/>
            </a:pPr>
            <a:r>
              <a:rPr lang="es-CO"/>
              <a:t>Fortalecimiento de la autonomía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-CO"/>
              <a:t>También permite aplicar conocimientos de programación e IA.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a66948c7e_0_37"/>
          <p:cNvSpPr txBox="1"/>
          <p:nvPr>
            <p:ph type="title"/>
          </p:nvPr>
        </p:nvSpPr>
        <p:spPr>
          <a:xfrm>
            <a:off x="407925" y="1391325"/>
            <a:ext cx="7886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O"/>
              <a:t>Objetivo general</a:t>
            </a:r>
            <a:endParaRPr/>
          </a:p>
        </p:txBody>
      </p:sp>
      <p:sp>
        <p:nvSpPr>
          <p:cNvPr id="125" name="Google Shape;125;g39a66948c7e_0_37"/>
          <p:cNvSpPr txBox="1"/>
          <p:nvPr>
            <p:ph idx="1" type="body"/>
          </p:nvPr>
        </p:nvSpPr>
        <p:spPr>
          <a:xfrm>
            <a:off x="235200" y="2766875"/>
            <a:ext cx="86736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s-CO"/>
              <a:t>Desarrollar un agente de inteligencia artificial para brindar apoyo en la organización, resolución de dudas y acompañamiento académico y personal de los usuarios. 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a66948c7e_0_48"/>
          <p:cNvSpPr txBox="1"/>
          <p:nvPr>
            <p:ph type="title"/>
          </p:nvPr>
        </p:nvSpPr>
        <p:spPr>
          <a:xfrm>
            <a:off x="332325" y="1501650"/>
            <a:ext cx="7886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O"/>
              <a:t>Objetivos especificos</a:t>
            </a:r>
            <a:endParaRPr/>
          </a:p>
        </p:txBody>
      </p:sp>
      <p:sp>
        <p:nvSpPr>
          <p:cNvPr id="131" name="Google Shape;131;g39a66948c7e_0_48"/>
          <p:cNvSpPr txBox="1"/>
          <p:nvPr>
            <p:ph idx="1" type="body"/>
          </p:nvPr>
        </p:nvSpPr>
        <p:spPr>
          <a:xfrm>
            <a:off x="139900" y="2782625"/>
            <a:ext cx="7735500" cy="3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s-CO"/>
              <a:t>Analizar necesidades de los estudiantes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O"/>
              <a:t>Diseñar la arquitectura del sistema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O"/>
              <a:t>Desarrollar el agente en Python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O"/>
              <a:t>Implementar funciones de apoyo académico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O"/>
              <a:t>Evaluar su funcionamiento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O"/>
              <a:t>Optimizar el sistema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a66948c7e_0_59"/>
          <p:cNvSpPr txBox="1"/>
          <p:nvPr>
            <p:ph type="title"/>
          </p:nvPr>
        </p:nvSpPr>
        <p:spPr>
          <a:xfrm>
            <a:off x="285025" y="1343984"/>
            <a:ext cx="7886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O"/>
              <a:t>Antecedentes</a:t>
            </a:r>
            <a:endParaRPr/>
          </a:p>
        </p:txBody>
      </p:sp>
      <p:sp>
        <p:nvSpPr>
          <p:cNvPr id="137" name="Google Shape;137;g39a66948c7e_0_59"/>
          <p:cNvSpPr txBox="1"/>
          <p:nvPr>
            <p:ph idx="1" type="body"/>
          </p:nvPr>
        </p:nvSpPr>
        <p:spPr>
          <a:xfrm>
            <a:off x="285025" y="2341153"/>
            <a:ext cx="7735500" cy="3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O"/>
              <a:t>Existen asistentes como: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39286"/>
              <a:buChar char="●"/>
            </a:pPr>
            <a:r>
              <a:rPr lang="es-CO"/>
              <a:t>Siri, Alexa, Google Assistant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O"/>
              <a:t>Y modelos avanzados como: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39286"/>
              <a:buChar char="●"/>
            </a:pPr>
            <a:r>
              <a:rPr lang="es-CO"/>
              <a:t>ChatGPT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O"/>
              <a:t>Sin embargo: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39286"/>
              <a:buChar char="●"/>
            </a:pPr>
            <a:r>
              <a:rPr lang="es-CO"/>
              <a:t>Son generales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9286"/>
              <a:buChar char="●"/>
            </a:pPr>
            <a:r>
              <a:rPr lang="es-CO"/>
              <a:t>No están enfocados en estudiantes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CO"/>
              <a:t>Zelic busca integrar funciones en un solo sistema educativo.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a66948c7e_0_65"/>
          <p:cNvSpPr txBox="1"/>
          <p:nvPr>
            <p:ph type="title"/>
          </p:nvPr>
        </p:nvSpPr>
        <p:spPr>
          <a:xfrm>
            <a:off x="285025" y="1343984"/>
            <a:ext cx="7886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O"/>
              <a:t>Limitaciones</a:t>
            </a:r>
            <a:endParaRPr/>
          </a:p>
        </p:txBody>
      </p:sp>
      <p:sp>
        <p:nvSpPr>
          <p:cNvPr id="143" name="Google Shape;143;g39a66948c7e_0_65"/>
          <p:cNvSpPr txBox="1"/>
          <p:nvPr>
            <p:ph idx="1" type="body"/>
          </p:nvPr>
        </p:nvSpPr>
        <p:spPr>
          <a:xfrm>
            <a:off x="221250" y="2766800"/>
            <a:ext cx="8701500" cy="3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s-CO"/>
              <a:t>Falta de tiempo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O"/>
              <a:t>Recursos tecnológicos limitados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O"/>
              <a:t>Conocimientos técnicos en desarrollo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O"/>
              <a:t>Pocas pruebas con usuarios reales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O"/>
              <a:t>Errores técnicos durante el proceso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a66948c7e_0_88"/>
          <p:cNvSpPr txBox="1"/>
          <p:nvPr>
            <p:ph type="title"/>
          </p:nvPr>
        </p:nvSpPr>
        <p:spPr>
          <a:xfrm>
            <a:off x="285025" y="1343984"/>
            <a:ext cx="7886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O"/>
              <a:t>Resultados esperados</a:t>
            </a:r>
            <a:endParaRPr/>
          </a:p>
        </p:txBody>
      </p:sp>
      <p:sp>
        <p:nvSpPr>
          <p:cNvPr id="149" name="Google Shape;149;g39a66948c7e_0_88"/>
          <p:cNvSpPr txBox="1"/>
          <p:nvPr>
            <p:ph idx="1" type="body"/>
          </p:nvPr>
        </p:nvSpPr>
        <p:spPr>
          <a:xfrm>
            <a:off x="744325" y="2595000"/>
            <a:ext cx="6370800" cy="3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 sz="2100">
                <a:latin typeface="Arial"/>
                <a:ea typeface="Arial"/>
                <a:cs typeface="Arial"/>
                <a:sym typeface="Arial"/>
              </a:rPr>
              <a:t>Tecnicos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s-CO" sz="1900">
                <a:latin typeface="Arial"/>
                <a:ea typeface="Arial"/>
                <a:cs typeface="Arial"/>
                <a:sym typeface="Arial"/>
              </a:rPr>
              <a:t>Agente funcional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CO" sz="1900">
                <a:latin typeface="Arial"/>
                <a:ea typeface="Arial"/>
                <a:cs typeface="Arial"/>
                <a:sym typeface="Arial"/>
              </a:rPr>
              <a:t>Interacción clara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CO" sz="1900">
                <a:latin typeface="Arial"/>
                <a:ea typeface="Arial"/>
                <a:cs typeface="Arial"/>
                <a:sym typeface="Arial"/>
              </a:rPr>
              <a:t>Sistema organizado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 sz="2100">
                <a:latin typeface="Arial"/>
                <a:ea typeface="Arial"/>
                <a:cs typeface="Arial"/>
                <a:sym typeface="Arial"/>
              </a:rPr>
              <a:t>Desempeño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s-CO" sz="1900">
                <a:latin typeface="Arial"/>
                <a:ea typeface="Arial"/>
                <a:cs typeface="Arial"/>
                <a:sym typeface="Arial"/>
              </a:rPr>
              <a:t>Mejor organización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CO" sz="1900">
                <a:latin typeface="Arial"/>
                <a:ea typeface="Arial"/>
                <a:cs typeface="Arial"/>
                <a:sym typeface="Arial"/>
              </a:rPr>
              <a:t>Respuestas rápidas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CO" sz="1900">
                <a:latin typeface="Arial"/>
                <a:ea typeface="Arial"/>
                <a:cs typeface="Arial"/>
                <a:sym typeface="Arial"/>
              </a:rPr>
              <a:t>Mayor productividad</a:t>
            </a:r>
            <a:endParaRPr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a66948c7e_0_93"/>
          <p:cNvSpPr txBox="1"/>
          <p:nvPr>
            <p:ph type="title"/>
          </p:nvPr>
        </p:nvSpPr>
        <p:spPr>
          <a:xfrm>
            <a:off x="285025" y="1343984"/>
            <a:ext cx="7886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O"/>
              <a:t>Resultados esperados</a:t>
            </a:r>
            <a:endParaRPr/>
          </a:p>
        </p:txBody>
      </p:sp>
      <p:sp>
        <p:nvSpPr>
          <p:cNvPr id="155" name="Google Shape;155;g39a66948c7e_0_93"/>
          <p:cNvSpPr txBox="1"/>
          <p:nvPr>
            <p:ph idx="1" type="body"/>
          </p:nvPr>
        </p:nvSpPr>
        <p:spPr>
          <a:xfrm>
            <a:off x="784700" y="2579400"/>
            <a:ext cx="6448800" cy="29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 sz="2200">
                <a:latin typeface="Arial"/>
                <a:ea typeface="Arial"/>
                <a:cs typeface="Arial"/>
                <a:sym typeface="Arial"/>
              </a:rPr>
              <a:t>Impacto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-CO" sz="2000">
                <a:latin typeface="Arial"/>
                <a:ea typeface="Arial"/>
                <a:cs typeface="Arial"/>
                <a:sym typeface="Arial"/>
              </a:rPr>
              <a:t>Apoyo académico real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CO" sz="2000">
                <a:latin typeface="Arial"/>
                <a:ea typeface="Arial"/>
                <a:cs typeface="Arial"/>
                <a:sym typeface="Arial"/>
              </a:rPr>
              <a:t>Uso de IA en educación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 sz="2200">
                <a:latin typeface="Arial"/>
                <a:ea typeface="Arial"/>
                <a:cs typeface="Arial"/>
                <a:sym typeface="Arial"/>
              </a:rPr>
              <a:t>Formativos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-CO" sz="2000">
                <a:latin typeface="Arial"/>
                <a:ea typeface="Arial"/>
                <a:cs typeface="Arial"/>
                <a:sym typeface="Arial"/>
              </a:rPr>
              <a:t>Aplicación de conocimientos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CO" sz="2000">
                <a:latin typeface="Arial"/>
                <a:ea typeface="Arial"/>
                <a:cs typeface="Arial"/>
                <a:sym typeface="Arial"/>
              </a:rPr>
              <a:t>Desarrollo de habilidades en programación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a66948c7e_0_99"/>
          <p:cNvSpPr txBox="1"/>
          <p:nvPr>
            <p:ph type="title"/>
          </p:nvPr>
        </p:nvSpPr>
        <p:spPr>
          <a:xfrm>
            <a:off x="285025" y="1343984"/>
            <a:ext cx="7886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O"/>
              <a:t>Conclusiones </a:t>
            </a:r>
            <a:endParaRPr/>
          </a:p>
        </p:txBody>
      </p:sp>
      <p:sp>
        <p:nvSpPr>
          <p:cNvPr id="161" name="Google Shape;161;g39a66948c7e_0_99"/>
          <p:cNvSpPr txBox="1"/>
          <p:nvPr>
            <p:ph idx="1" type="body"/>
          </p:nvPr>
        </p:nvSpPr>
        <p:spPr>
          <a:xfrm>
            <a:off x="510075" y="2735550"/>
            <a:ext cx="7886700" cy="29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s-CO">
                <a:latin typeface="Arial"/>
                <a:ea typeface="Arial"/>
                <a:cs typeface="Arial"/>
                <a:sym typeface="Arial"/>
              </a:rPr>
              <a:t>Se desarrolló una base funcional de Zelic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s-CO">
                <a:latin typeface="Arial"/>
                <a:ea typeface="Arial"/>
                <a:cs typeface="Arial"/>
                <a:sym typeface="Arial"/>
              </a:rPr>
              <a:t>La IA tiene gran potencial en educación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s-CO">
                <a:latin typeface="Arial"/>
                <a:ea typeface="Arial"/>
                <a:cs typeface="Arial"/>
                <a:sym typeface="Arial"/>
              </a:rPr>
              <a:t>Se fortalecieron habilidades de programación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s-CO">
                <a:latin typeface="Arial"/>
                <a:ea typeface="Arial"/>
                <a:cs typeface="Arial"/>
                <a:sym typeface="Arial"/>
              </a:rPr>
              <a:t>El proyecto es viable y puede crecer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2018-06-13T00:08:52Z</dcterms:created>
  <dc:creator>paula lozano</dc:creator>
</cp:coreProperties>
</file>