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80" autoAdjust="0"/>
  </p:normalViewPr>
  <p:slideViewPr>
    <p:cSldViewPr snapToGrid="0">
      <p:cViewPr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675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5698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185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639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873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676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170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3750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7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159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761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F4007-E595-402A-BE7A-0DE419FF0ED3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8156A-AAAB-44E3-B702-8C2150503A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5762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785"/>
            <a:ext cx="12192000" cy="534627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3" r="65209" b="94526"/>
          <a:stretch/>
        </p:blipFill>
        <p:spPr>
          <a:xfrm>
            <a:off x="1717040" y="637346"/>
            <a:ext cx="652780" cy="29265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5" r="75781" b="93196"/>
          <a:stretch/>
        </p:blipFill>
        <p:spPr>
          <a:xfrm>
            <a:off x="1717040" y="601785"/>
            <a:ext cx="590550" cy="363773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3" r="65209" b="94526"/>
          <a:stretch/>
        </p:blipFill>
        <p:spPr>
          <a:xfrm>
            <a:off x="1717040" y="637346"/>
            <a:ext cx="1305560" cy="292653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2369820" y="683643"/>
            <a:ext cx="509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dirty="0" smtClean="0">
                <a:solidFill>
                  <a:schemeClr val="bg1"/>
                </a:solidFill>
              </a:rPr>
              <a:t>archivos</a:t>
            </a:r>
            <a:endParaRPr lang="es-CO" sz="700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37" t="84238" r="19271" b="8635"/>
          <a:stretch/>
        </p:blipFill>
        <p:spPr>
          <a:xfrm>
            <a:off x="93980" y="3015840"/>
            <a:ext cx="279400" cy="38100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01" r="95834" b="1305"/>
          <a:stretch/>
        </p:blipFill>
        <p:spPr>
          <a:xfrm>
            <a:off x="0" y="3309256"/>
            <a:ext cx="507999" cy="2191657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24" t="85313" r="21538" b="8635"/>
          <a:stretch/>
        </p:blipFill>
        <p:spPr>
          <a:xfrm>
            <a:off x="57785" y="3375931"/>
            <a:ext cx="309490" cy="323557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42" t="51694" r="15729" b="17187"/>
          <a:stretch/>
        </p:blipFill>
        <p:spPr>
          <a:xfrm rot="5400000">
            <a:off x="11104087" y="3487901"/>
            <a:ext cx="443543" cy="1663701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0" t="69021" r="309" b="25848"/>
          <a:stretch/>
        </p:blipFill>
        <p:spPr>
          <a:xfrm>
            <a:off x="10462260" y="3894628"/>
            <a:ext cx="1661160" cy="271826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17" t="85323" r="7469" b="8909"/>
          <a:stretch/>
        </p:blipFill>
        <p:spPr>
          <a:xfrm>
            <a:off x="10934991" y="4622190"/>
            <a:ext cx="781733" cy="290171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42" t="51694" r="15729" b="17187"/>
          <a:stretch/>
        </p:blipFill>
        <p:spPr>
          <a:xfrm rot="5400000">
            <a:off x="11068528" y="4613484"/>
            <a:ext cx="443543" cy="1663701"/>
          </a:xfrm>
          <a:prstGeom prst="rect">
            <a:avLst/>
          </a:prstGeom>
        </p:spPr>
      </p:pic>
      <p:sp>
        <p:nvSpPr>
          <p:cNvPr id="20" name="CuadroTexto 19"/>
          <p:cNvSpPr txBox="1"/>
          <p:nvPr/>
        </p:nvSpPr>
        <p:spPr>
          <a:xfrm>
            <a:off x="1777365" y="670219"/>
            <a:ext cx="5095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 smtClean="0">
                <a:solidFill>
                  <a:schemeClr val="bg1"/>
                </a:solidFill>
              </a:rPr>
              <a:t>chats</a:t>
            </a:r>
            <a:endParaRPr lang="es-CO" sz="700" dirty="0">
              <a:solidFill>
                <a:schemeClr val="bg1"/>
              </a:solidFill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9" t="85410" r="38440" b="4849"/>
          <a:stretch/>
        </p:blipFill>
        <p:spPr>
          <a:xfrm>
            <a:off x="693102" y="5500912"/>
            <a:ext cx="3187700" cy="16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smtClean="0"/>
              <a:t>-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785"/>
            <a:ext cx="12192000" cy="534627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3" r="65209" b="94526"/>
          <a:stretch/>
        </p:blipFill>
        <p:spPr>
          <a:xfrm>
            <a:off x="1717040" y="637346"/>
            <a:ext cx="652780" cy="29265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5" r="75781" b="93196"/>
          <a:stretch/>
        </p:blipFill>
        <p:spPr>
          <a:xfrm>
            <a:off x="1717040" y="601785"/>
            <a:ext cx="590550" cy="363773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3" r="65209" b="94526"/>
          <a:stretch/>
        </p:blipFill>
        <p:spPr>
          <a:xfrm>
            <a:off x="1717040" y="637346"/>
            <a:ext cx="1305560" cy="292653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2369820" y="683643"/>
            <a:ext cx="5095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dirty="0" smtClean="0">
                <a:solidFill>
                  <a:schemeClr val="bg1"/>
                </a:solidFill>
              </a:rPr>
              <a:t>archivos</a:t>
            </a:r>
            <a:endParaRPr lang="es-CO" sz="700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37" t="84238" r="19271" b="8635"/>
          <a:stretch/>
        </p:blipFill>
        <p:spPr>
          <a:xfrm>
            <a:off x="93980" y="3015840"/>
            <a:ext cx="279400" cy="38100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01" r="95834" b="1305"/>
          <a:stretch/>
        </p:blipFill>
        <p:spPr>
          <a:xfrm>
            <a:off x="0" y="3309256"/>
            <a:ext cx="507999" cy="2191657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24" t="85313" r="21538" b="8635"/>
          <a:stretch/>
        </p:blipFill>
        <p:spPr>
          <a:xfrm>
            <a:off x="57785" y="3375931"/>
            <a:ext cx="309490" cy="323557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42" t="51694" r="15729" b="17187"/>
          <a:stretch/>
        </p:blipFill>
        <p:spPr>
          <a:xfrm rot="5400000">
            <a:off x="11104087" y="3487901"/>
            <a:ext cx="443543" cy="1663701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0" t="69021" r="309" b="25848"/>
          <a:stretch/>
        </p:blipFill>
        <p:spPr>
          <a:xfrm>
            <a:off x="10462260" y="3894628"/>
            <a:ext cx="1661160" cy="271826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17" t="85323" r="7469" b="8909"/>
          <a:stretch/>
        </p:blipFill>
        <p:spPr>
          <a:xfrm>
            <a:off x="10934991" y="4622190"/>
            <a:ext cx="781733" cy="290171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42" t="51694" r="15729" b="17187"/>
          <a:stretch/>
        </p:blipFill>
        <p:spPr>
          <a:xfrm rot="5400000">
            <a:off x="11068528" y="4613484"/>
            <a:ext cx="443543" cy="1663701"/>
          </a:xfrm>
          <a:prstGeom prst="rect">
            <a:avLst/>
          </a:prstGeom>
        </p:spPr>
      </p:pic>
      <p:sp>
        <p:nvSpPr>
          <p:cNvPr id="20" name="CuadroTexto 19"/>
          <p:cNvSpPr txBox="1"/>
          <p:nvPr/>
        </p:nvSpPr>
        <p:spPr>
          <a:xfrm>
            <a:off x="1777365" y="670219"/>
            <a:ext cx="5095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 smtClean="0">
                <a:solidFill>
                  <a:schemeClr val="bg1"/>
                </a:solidFill>
              </a:rPr>
              <a:t>chats</a:t>
            </a:r>
            <a:endParaRPr lang="es-CO" sz="700" dirty="0">
              <a:solidFill>
                <a:schemeClr val="bg1"/>
              </a:solidFill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9" t="85410" r="38440" b="4849"/>
          <a:stretch/>
        </p:blipFill>
        <p:spPr>
          <a:xfrm>
            <a:off x="693102" y="5500912"/>
            <a:ext cx="3187700" cy="16619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9" y="3061562"/>
            <a:ext cx="362001" cy="314369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42" t="51694" r="15729" b="17187"/>
          <a:stretch/>
        </p:blipFill>
        <p:spPr>
          <a:xfrm>
            <a:off x="733351" y="1173111"/>
            <a:ext cx="9618690" cy="3962242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7" t="-320" r="26955" b="16529"/>
          <a:stretch/>
        </p:blipFill>
        <p:spPr>
          <a:xfrm>
            <a:off x="4061953" y="1099208"/>
            <a:ext cx="2910803" cy="3870166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9" t="85410" r="38440" b="4849"/>
          <a:stretch/>
        </p:blipFill>
        <p:spPr>
          <a:xfrm>
            <a:off x="810260" y="5193748"/>
            <a:ext cx="8319672" cy="520700"/>
          </a:xfrm>
          <a:prstGeom prst="rect">
            <a:avLst/>
          </a:prstGeom>
        </p:spPr>
      </p:pic>
      <p:sp>
        <p:nvSpPr>
          <p:cNvPr id="24" name="CuadroTexto 23"/>
          <p:cNvSpPr txBox="1"/>
          <p:nvPr/>
        </p:nvSpPr>
        <p:spPr>
          <a:xfrm>
            <a:off x="761272" y="5135885"/>
            <a:ext cx="15256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50" dirty="0" smtClean="0">
                <a:solidFill>
                  <a:schemeClr val="bg1"/>
                </a:solidFill>
              </a:rPr>
              <a:t>(Respuesta </a:t>
            </a:r>
            <a:r>
              <a:rPr lang="es-CO" sz="1050" dirty="0" err="1" smtClean="0">
                <a:solidFill>
                  <a:schemeClr val="bg1"/>
                </a:solidFill>
              </a:rPr>
              <a:t>zelic</a:t>
            </a:r>
            <a:r>
              <a:rPr lang="es-CO" sz="1050" dirty="0" smtClean="0">
                <a:solidFill>
                  <a:schemeClr val="bg1"/>
                </a:solidFill>
              </a:rPr>
              <a:t>……)</a:t>
            </a:r>
            <a:endParaRPr lang="es-CO" sz="1050" dirty="0">
              <a:solidFill>
                <a:schemeClr val="bg1"/>
              </a:solidFill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585" y="2748792"/>
            <a:ext cx="2953162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6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37" t="84238" r="19271" b="8635"/>
          <a:stretch/>
        </p:blipFill>
        <p:spPr>
          <a:xfrm>
            <a:off x="9563100" y="5105399"/>
            <a:ext cx="279400" cy="38100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24" t="85313" r="21538" b="8635"/>
          <a:stretch/>
        </p:blipFill>
        <p:spPr>
          <a:xfrm>
            <a:off x="8679767" y="4972342"/>
            <a:ext cx="309490" cy="32355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42" t="51694" r="15729" b="17187"/>
          <a:stretch/>
        </p:blipFill>
        <p:spPr>
          <a:xfrm>
            <a:off x="7124700" y="2337593"/>
            <a:ext cx="1003300" cy="1663701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0" t="69021" r="309" b="25848"/>
          <a:stretch/>
        </p:blipFill>
        <p:spPr>
          <a:xfrm>
            <a:off x="4686300" y="2895600"/>
            <a:ext cx="1676400" cy="27432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17" t="85323" r="163" b="8833"/>
          <a:stretch/>
        </p:blipFill>
        <p:spPr>
          <a:xfrm>
            <a:off x="5235233" y="5173980"/>
            <a:ext cx="1721534" cy="31242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9" t="85410" r="38440" b="4849"/>
          <a:stretch/>
        </p:blipFill>
        <p:spPr>
          <a:xfrm>
            <a:off x="444500" y="4292600"/>
            <a:ext cx="50673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</Words>
  <Application>Microsoft Office PowerPoint</Application>
  <PresentationFormat>Panorámica</PresentationFormat>
  <Paragraphs>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-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Santiago Diaz</dc:creator>
  <cp:lastModifiedBy>Santiago Diaz</cp:lastModifiedBy>
  <cp:revision>4</cp:revision>
  <dcterms:created xsi:type="dcterms:W3CDTF">2026-05-27T23:32:36Z</dcterms:created>
  <dcterms:modified xsi:type="dcterms:W3CDTF">2026-05-28T00:09:41Z</dcterms:modified>
</cp:coreProperties>
</file>